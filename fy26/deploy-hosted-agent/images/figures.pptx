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7" autoAdjust="0"/>
    <p:restoredTop sz="94660"/>
  </p:normalViewPr>
  <p:slideViewPr>
    <p:cSldViewPr snapToGrid="0">
      <p:cViewPr varScale="1">
        <p:scale>
          <a:sx n="78" d="100"/>
          <a:sy n="78" d="100"/>
        </p:scale>
        <p:origin x="60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024B90-F36B-E176-C632-00CF72210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80AFB34-BB05-DAFB-845F-4055165FF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009C40-80F9-5272-02CA-32872EAB1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8DEB4-EF81-4720-A167-1DEC1A18AB7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832F2F-A69F-9106-441A-56C301B4C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85C862-C6D2-F92D-7128-9C85AD27C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4B9E1-4A4B-4E4A-BCC4-EEE69D3D27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2603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084D1B-7C27-D7A0-2016-155F2C467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B3EAEB-26BE-F08D-B690-7ED40C371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58756D-9A36-8B79-558E-5A0B8D62C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8DEB4-EF81-4720-A167-1DEC1A18AB7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6327D3-CEAC-A75A-473B-4380A07FC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ACBF12-8D45-16D7-7F42-DCDB1BC3C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4B9E1-4A4B-4E4A-BCC4-EEE69D3D27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470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9D8457-F592-E4B7-956D-D1E9ED99B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0EAC7FB-3219-5435-1E26-1F18165E0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DC1C5F-9A43-24E2-3DF3-1B664F2E2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8DEB4-EF81-4720-A167-1DEC1A18AB7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8B0928-51F6-1D9B-FB60-D4B4F4D23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8B600E-13F5-4CD4-04A3-672A3B209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4B9E1-4A4B-4E4A-BCC4-EEE69D3D27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9536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08D841-68CF-5B35-32D0-D63CAF4A2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D7F40D-C184-A178-42EE-C5ABA505E5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9A8EF49-4BDD-35A8-4F68-300490506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8AD3D6A-DD36-27F4-8B21-7C8AE7C0A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8DEB4-EF81-4720-A167-1DEC1A18AB7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CBCD31-E188-2525-0467-84135AC3C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EF89A8-43E0-1130-4320-2A7CD8EDA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4B9E1-4A4B-4E4A-BCC4-EEE69D3D27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9021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71DAAF-264B-4F8A-A575-14199FADB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B23DF9E-E107-BBA4-2B7F-CD8B978CA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25329A0-A139-BCD4-F5D1-0157118DC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62369C1-589C-2D7B-F160-00A272B920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9E4C819-7ADD-46E6-41BC-99BBA474A5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F1A6F27-187B-1A92-97FC-BFA0AA6D1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8DEB4-EF81-4720-A167-1DEC1A18AB7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F1BE8B1-8307-76BE-A0EC-A669F5541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8B65D8E-5418-BF55-A83F-07B47A9A5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4B9E1-4A4B-4E4A-BCC4-EEE69D3D27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309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385D88-8B0E-8E0A-75B3-F3EA3323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98776C4-377A-38B5-F6A3-5C171E789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8DEB4-EF81-4720-A167-1DEC1A18AB7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A578780-C2CE-33C0-2F1D-674AA44CD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5217FE5-22F9-F864-FB18-3C61C6FF8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4B9E1-4A4B-4E4A-BCC4-EEE69D3D27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4666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CBBB83E-DDDC-A8E9-8189-A42E515CF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8DEB4-EF81-4720-A167-1DEC1A18AB7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B4636BC-50AB-14DB-1F20-32C9D4E95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3A1C11-C36F-9DD9-6BBF-951DDD0A4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4B9E1-4A4B-4E4A-BCC4-EEE69D3D27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7648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ADC728-93D2-61A8-4750-B3E3364FB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879DCE-48D8-DC35-5E10-9006A76A6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2544EF2-8BE2-C620-4BEA-627883843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21B02D-36CA-1E28-AF38-BFF416E60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8DEB4-EF81-4720-A167-1DEC1A18AB7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AB2C2D-8B5B-83DB-CD8C-370BED02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FD73A3D-2522-2C97-74CB-4867AA97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4B9E1-4A4B-4E4A-BCC4-EEE69D3D27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9347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C47CB0-D29F-1C12-0A3A-17BB72D99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CDD13F5-4681-D35B-E6C5-8E4B6C9EE5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C1039E5-30EA-4638-FFDD-D630AE609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8BED040-DD34-BC50-DE11-2F7AE848B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8DEB4-EF81-4720-A167-1DEC1A18AB7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385D0AA-0752-BFF0-8070-EDA7E84D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F81AA08-E77A-B834-C76C-B70F308B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4B9E1-4A4B-4E4A-BCC4-EEE69D3D27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2367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778AD3-82C5-C9E0-0CEA-45682CE2D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150CCC0-7DB2-172F-97AD-185B204F4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819DBA-A2C9-F072-B84B-3B87C3CD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8DEB4-EF81-4720-A167-1DEC1A18AB7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4FECAF-A4AB-2113-55B8-F528BA0FF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89254C-28B7-A95A-A852-2127B21A1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4B9E1-4A4B-4E4A-BCC4-EEE69D3D27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808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181ED60-AF32-603C-C48E-9CC91D46D3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AE94A55-12D2-A3C0-CD30-4D80E70B3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8940B6-58E4-D84F-CB09-7DFFF5F28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8DEB4-EF81-4720-A167-1DEC1A18AB7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D4D32F-F69D-D7A1-14C6-CC0800652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7470EC-2111-A7BA-0E1D-2130A54E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4B9E1-4A4B-4E4A-BCC4-EEE69D3D27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7628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590FC33-E4D5-E0F1-F939-068B86E80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428B07-A5B1-A557-06B6-FEFED3767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2ADAC4-11AF-5D51-4265-0FA353DA3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78DEB4-EF81-4720-A167-1DEC1A18AB7C}" type="datetimeFigureOut">
              <a:rPr kumimoji="1" lang="ja-JP" altLang="en-US" smtClean="0"/>
              <a:t>2026/6/28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7E4AE9-131C-A4F2-43F1-76363E9CE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93455C-7987-AF91-9548-31496C4A2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C4B9E1-4A4B-4E4A-BCC4-EEE69D3D27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7796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96EB06EF-2146-8C48-33AE-BAA8E7630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70" y="283191"/>
            <a:ext cx="11309060" cy="62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510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7937FB9-9B7F-B95C-ACCB-B8B750105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889" y="573975"/>
            <a:ext cx="5573593" cy="556309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C49D19F4-A033-9798-4670-E2F655094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559" y="1977950"/>
            <a:ext cx="6432881" cy="290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706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0</Words>
  <Application>Microsoft Office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Ayumu Inaba</dc:creator>
  <cp:lastModifiedBy>Ayumu Inaba</cp:lastModifiedBy>
  <cp:revision>5</cp:revision>
  <dcterms:created xsi:type="dcterms:W3CDTF">2026-06-28T09:02:41Z</dcterms:created>
  <dcterms:modified xsi:type="dcterms:W3CDTF">2026-06-28T10:40:05Z</dcterms:modified>
</cp:coreProperties>
</file>