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2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166C75-AD8C-E3E2-8DD2-5124C5E1BF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F9E10E9-3F2E-FC2D-6C32-78C331780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B7AD80-1704-DE7C-E2E5-1862D45B7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E0EE7-8750-1803-903C-7E92D0697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E1F86C-27BE-D053-A33A-6D92992FA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537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0E29D-83F0-A0FA-8950-62595FEC7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BC7E2-F1A0-FFED-37E9-4A45F36B9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82271C9-C807-B54A-0A6B-39971C2AA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52DF68-DA89-8D05-5053-DDF240BD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4E80AE-4253-42C2-18D8-2C6200EB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74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40A3D9-38FD-E46E-CF01-4BF38C396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848E43-4F01-CCCA-A770-1D9F5D58C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BC7A3E-303A-3D67-214B-F49DBF763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0A7B30-0A3B-CE0E-D872-DB637514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01D50FE-4B0E-A19E-9E6C-A1662E81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8853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9DADD2-933A-A761-5E63-7B5A7102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42FFF2-BC70-1DFE-45B0-5C8DFB782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C71F099-88A8-1649-3D3B-D301D7801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836D28-22B1-5F42-006D-D9BAD73AD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9F97D3-6B52-3BF2-5F42-8EC2E4BF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84196A1-BCEE-7D4D-95FC-2B1597AB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522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0629C3-4930-5311-2DB9-48209117B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37B911-46E2-6925-E4D3-BE9BB6688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D5F1BED-7FD2-D853-DF2E-11FD94BC5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1B8F01-0435-2C54-D3D5-7AD22B1658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2C72A0-3CDD-ED28-4DEF-A1BF6BA9D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6CCC58C-7C68-0380-C1BB-1FA6ED602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10A90E9-08C5-A1C4-458A-E935EC04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C8A9BE7-2C69-ED89-A02A-42DE16451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72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6154A8-4EF0-28B9-531F-5095F37F9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7ED80E8-A0D1-0067-99B2-B4057E6A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672BA82-1B49-E755-8ED0-5E170C2E3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A011AB-5EF2-5D9F-B02B-F327BF142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5544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799C19D-EDEE-B789-3124-7F6DD87CF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F2AD86C-BEAC-3BEC-587E-9425DF4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992E84-C2A9-7614-9344-2D6A341D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010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99D359-2584-0906-C341-0884E38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B9673C-6069-FD2D-24A5-04B8D090D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75C870E-26B8-1070-44C5-446D0916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68F3C2-FB19-AF6B-67CE-5052C8633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3FCE87-3A3A-47D4-00FE-3AB8926F2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48C8A29-BF71-F9AE-7097-DA15A55EE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097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F9A9B7-D757-2ABB-F38B-967BCBC4F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D14535-A28F-65B3-8220-193FBE0FA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623954-6CF2-4358-DC58-826EB3E7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01191D-6FAD-CC18-7D58-CDB770D74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B7C5130-FCB7-8935-46D6-C0ED6F25E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E40F959-FDC6-7514-9582-01808A8A1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137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323B9-3738-3245-3378-F960330A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6A96D1-946A-B5D7-D911-25D639E65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7C96F7E-D9A4-3ECE-DC26-FA28C4CDC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843EB4-8584-C9F1-AE27-3B71AE7C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FCBD2-671C-2EB1-05B3-FD111383B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8155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7CAABD0-23AE-CF10-A61D-6B1DA2718D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7659E1F-C35B-4874-EC7B-BC99F9FC3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DCADBB-19AA-6D2D-5B6C-31B17AC59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47C158-1E6A-39B9-56BA-9FC3587D9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EAF89F-7796-FB9E-7430-5BC94936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31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5097671-023C-548A-091A-E66EDBF62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E3597A-1227-A241-936A-C99E6846F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28DD6-C8F4-EE71-16FA-96CBD5737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F12DB-CAA1-489E-A278-B6CB75B4CB99}" type="datetimeFigureOut">
              <a:rPr kumimoji="1" lang="ja-JP" altLang="en-US" smtClean="0"/>
              <a:t>2026/5/14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02C5FD-0093-4163-0B37-7399E1096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A1918E-C178-DC98-5914-F6C31909F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90270-A5CB-4436-98B1-179EA8A377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1829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svg"/><Relationship Id="rId7" Type="http://schemas.openxmlformats.org/officeDocument/2006/relationships/hyperlink" Target="https://services.ai.azure.com/" TargetMode="External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hyperlink" Target="https://services.azure.com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506AB04F-935B-FC83-C1A1-7C30E1AF9A57}"/>
              </a:ext>
            </a:extLst>
          </p:cNvPr>
          <p:cNvSpPr/>
          <p:nvPr/>
        </p:nvSpPr>
        <p:spPr>
          <a:xfrm>
            <a:off x="620211" y="417837"/>
            <a:ext cx="11212488" cy="34274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A676096-E4F5-AD14-53FF-30B80D076C30}"/>
              </a:ext>
            </a:extLst>
          </p:cNvPr>
          <p:cNvSpPr/>
          <p:nvPr/>
        </p:nvSpPr>
        <p:spPr>
          <a:xfrm>
            <a:off x="2222416" y="1555343"/>
            <a:ext cx="7109309" cy="1951815"/>
          </a:xfrm>
          <a:prstGeom prst="roundRect">
            <a:avLst>
              <a:gd name="adj" fmla="val 10513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BD0C3122-B7FD-E498-CE53-7C201480C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9196" y="2252074"/>
            <a:ext cx="489169" cy="48916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FDFE26-ECE3-3911-3079-06C168E63F61}"/>
              </a:ext>
            </a:extLst>
          </p:cNvPr>
          <p:cNvSpPr txBox="1"/>
          <p:nvPr/>
        </p:nvSpPr>
        <p:spPr>
          <a:xfrm>
            <a:off x="3573071" y="2843043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踏み台サーバー</a:t>
            </a:r>
            <a:br>
              <a:rPr kumimoji="1" lang="en-US" altLang="ja-JP" sz="1400" dirty="0"/>
            </a:br>
            <a:r>
              <a:rPr kumimoji="1" lang="en-US" altLang="ja-JP" sz="1400" dirty="0"/>
              <a:t>(</a:t>
            </a:r>
            <a:r>
              <a:rPr kumimoji="1" lang="en-US" altLang="ja-JP" sz="1400" dirty="0" err="1"/>
              <a:t>Jumpbox</a:t>
            </a:r>
            <a:r>
              <a:rPr kumimoji="1" lang="en-US" altLang="ja-JP" sz="1400" dirty="0"/>
              <a:t> VM)</a:t>
            </a:r>
            <a:endParaRPr kumimoji="1" lang="ja-JP" altLang="en-US" sz="1400" dirty="0"/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FFFF71AE-6D43-2EB4-8465-CA083C696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395" y="2206290"/>
            <a:ext cx="489169" cy="489169"/>
          </a:xfrm>
          <a:prstGeom prst="rect">
            <a:avLst/>
          </a:prstGeom>
        </p:spPr>
      </p:pic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45971DFE-978C-F964-0C0E-BBEBB0B205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1105" y="1567622"/>
            <a:ext cx="404272" cy="40427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FAD9B2C-46C1-14CE-5D26-9BAA5CD4B61C}"/>
              </a:ext>
            </a:extLst>
          </p:cNvPr>
          <p:cNvSpPr txBox="1"/>
          <p:nvPr/>
        </p:nvSpPr>
        <p:spPr>
          <a:xfrm>
            <a:off x="2773729" y="1607129"/>
            <a:ext cx="6591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VNET</a:t>
            </a:r>
            <a:endParaRPr kumimoji="1" lang="ja-JP" altLang="en-US" sz="1400" dirty="0"/>
          </a:p>
        </p:txBody>
      </p:sp>
      <p:pic>
        <p:nvPicPr>
          <p:cNvPr id="17" name="グラフィックス 16">
            <a:extLst>
              <a:ext uri="{FF2B5EF4-FFF2-40B4-BE49-F238E27FC236}">
                <a16:creationId xmlns:a16="http://schemas.microsoft.com/office/drawing/2014/main" id="{64C20909-1455-3EB0-BAFE-01DB5997B6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16219" y="2252074"/>
            <a:ext cx="489169" cy="489169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6F3F16-1576-BDC1-1ED6-916D20EE3A6C}"/>
              </a:ext>
            </a:extLst>
          </p:cNvPr>
          <p:cNvSpPr txBox="1"/>
          <p:nvPr/>
        </p:nvSpPr>
        <p:spPr>
          <a:xfrm>
            <a:off x="7582385" y="2977434"/>
            <a:ext cx="15568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Private Endpoint</a:t>
            </a:r>
            <a:endParaRPr kumimoji="1" lang="ja-JP" altLang="en-US" sz="1400" dirty="0"/>
          </a:p>
        </p:txBody>
      </p:sp>
      <p:pic>
        <p:nvPicPr>
          <p:cNvPr id="20" name="図 19" descr="Aspire — あなたのスタックをシンプルに">
            <a:extLst>
              <a:ext uri="{FF2B5EF4-FFF2-40B4-BE49-F238E27FC236}">
                <a16:creationId xmlns:a16="http://schemas.microsoft.com/office/drawing/2014/main" id="{FB6B7A11-FD98-EE05-CF2C-AB08CD6B1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1086" y="2121082"/>
            <a:ext cx="751153" cy="751153"/>
          </a:xfrm>
          <a:prstGeom prst="rect">
            <a:avLst/>
          </a:prstGeom>
        </p:spPr>
      </p:pic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AA0AD2A-FA9C-71F5-4A18-085D24714173}"/>
              </a:ext>
            </a:extLst>
          </p:cNvPr>
          <p:cNvCxnSpPr/>
          <p:nvPr/>
        </p:nvCxnSpPr>
        <p:spPr>
          <a:xfrm>
            <a:off x="4738731" y="2531250"/>
            <a:ext cx="3227241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BC546240-2D32-2708-7769-7C7EB6835A20}"/>
              </a:ext>
            </a:extLst>
          </p:cNvPr>
          <p:cNvCxnSpPr/>
          <p:nvPr/>
        </p:nvCxnSpPr>
        <p:spPr>
          <a:xfrm>
            <a:off x="8797332" y="2531250"/>
            <a:ext cx="1821694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83E2BC4D-97F7-5BF0-1409-8E75B164BC2F}"/>
              </a:ext>
            </a:extLst>
          </p:cNvPr>
          <p:cNvCxnSpPr/>
          <p:nvPr/>
        </p:nvCxnSpPr>
        <p:spPr>
          <a:xfrm>
            <a:off x="1557827" y="2538312"/>
            <a:ext cx="2204249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91627B6-474B-0004-0907-8AE1D7FCD453}"/>
              </a:ext>
            </a:extLst>
          </p:cNvPr>
          <p:cNvSpPr txBox="1"/>
          <p:nvPr/>
        </p:nvSpPr>
        <p:spPr>
          <a:xfrm>
            <a:off x="814457" y="2826452"/>
            <a:ext cx="813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Bastion</a:t>
            </a:r>
            <a:endParaRPr kumimoji="1" lang="ja-JP" altLang="en-US" sz="1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3B2710F3-697E-8B0E-A901-E360CFB70115}"/>
              </a:ext>
            </a:extLst>
          </p:cNvPr>
          <p:cNvSpPr txBox="1"/>
          <p:nvPr/>
        </p:nvSpPr>
        <p:spPr>
          <a:xfrm>
            <a:off x="2601311" y="2237328"/>
            <a:ext cx="10005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RDP/SSH</a:t>
            </a:r>
            <a:endParaRPr kumimoji="1" lang="ja-JP" altLang="en-US" sz="1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CD0E8CF-3B3D-EC82-8964-EB63B7D9E14B}"/>
              </a:ext>
            </a:extLst>
          </p:cNvPr>
          <p:cNvSpPr txBox="1"/>
          <p:nvPr/>
        </p:nvSpPr>
        <p:spPr>
          <a:xfrm>
            <a:off x="5083406" y="1942439"/>
            <a:ext cx="26019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Foundry API</a:t>
            </a:r>
          </a:p>
          <a:p>
            <a:r>
              <a:rPr kumimoji="1" lang="en-US" altLang="ja-JP" sz="1400" dirty="0">
                <a:hlinkClick r:id="rId7"/>
              </a:rPr>
              <a:t>https://services.ai.azure.com</a:t>
            </a:r>
            <a:endParaRPr kumimoji="1" lang="ja-JP" altLang="en-US" sz="1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78C5E6BC-76F3-2705-7479-A4F8BE9E0BE1}"/>
              </a:ext>
            </a:extLst>
          </p:cNvPr>
          <p:cNvSpPr txBox="1"/>
          <p:nvPr/>
        </p:nvSpPr>
        <p:spPr>
          <a:xfrm>
            <a:off x="9318691" y="2237327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Private Link</a:t>
            </a:r>
            <a:endParaRPr kumimoji="1" lang="ja-JP" altLang="en-US" sz="14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44DBF81-E00D-6EB5-33FB-BE287E8E7E3F}"/>
              </a:ext>
            </a:extLst>
          </p:cNvPr>
          <p:cNvSpPr txBox="1"/>
          <p:nvPr/>
        </p:nvSpPr>
        <p:spPr>
          <a:xfrm>
            <a:off x="10051159" y="3026123"/>
            <a:ext cx="170110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Microsoft Foundry</a:t>
            </a:r>
            <a:endParaRPr kumimoji="1" lang="ja-JP" altLang="en-US" sz="1400" dirty="0"/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6C4CF25-CF90-260F-CC6F-2970CF9248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534" y="489057"/>
            <a:ext cx="640814" cy="653892"/>
          </a:xfrm>
          <a:prstGeom prst="rect">
            <a:avLst/>
          </a:prstGeom>
        </p:spPr>
      </p:pic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613D92B8-F6B4-9AF9-0ED7-C4D499452726}"/>
              </a:ext>
            </a:extLst>
          </p:cNvPr>
          <p:cNvCxnSpPr>
            <a:cxnSpLocks/>
          </p:cNvCxnSpPr>
          <p:nvPr/>
        </p:nvCxnSpPr>
        <p:spPr>
          <a:xfrm flipV="1">
            <a:off x="4355004" y="1077902"/>
            <a:ext cx="1028448" cy="1032075"/>
          </a:xfrm>
          <a:prstGeom prst="straightConnector1">
            <a:avLst/>
          </a:prstGeom>
          <a:ln>
            <a:solidFill>
              <a:schemeClr val="accent2"/>
            </a:solidFill>
            <a:headEnd type="none" w="med" len="med"/>
            <a:tailEnd type="arrow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27A06F30-507A-B3FF-8266-FCB93526A094}"/>
              </a:ext>
            </a:extLst>
          </p:cNvPr>
          <p:cNvSpPr txBox="1"/>
          <p:nvPr/>
        </p:nvSpPr>
        <p:spPr>
          <a:xfrm>
            <a:off x="6108109" y="531793"/>
            <a:ext cx="2408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400" dirty="0"/>
              <a:t>Foundry Portal</a:t>
            </a:r>
          </a:p>
          <a:p>
            <a:r>
              <a:rPr kumimoji="1" lang="en-US" altLang="ja-JP" sz="1400" dirty="0">
                <a:hlinkClick r:id="rId9"/>
              </a:rPr>
              <a:t>https://services.azure.com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49470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2706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4607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</Words>
  <Application>Microsoft Office PowerPoint</Application>
  <PresentationFormat>ワイド画面</PresentationFormat>
  <Paragraphs>11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Ayumu Inaba</dc:creator>
  <cp:lastModifiedBy>Ayumu Inaba</cp:lastModifiedBy>
  <cp:revision>3</cp:revision>
  <dcterms:created xsi:type="dcterms:W3CDTF">2026-05-14T05:28:58Z</dcterms:created>
  <dcterms:modified xsi:type="dcterms:W3CDTF">2026-05-14T05:42:48Z</dcterms:modified>
</cp:coreProperties>
</file>